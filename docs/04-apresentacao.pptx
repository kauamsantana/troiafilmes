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(30 s). Apresentar o grupo e o sistema: um streaming de filmes, feito como API REST em Spring Boot, com um frontend web consumindo 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é (1 min). Uma conta tem vários perfis, e é o perfil que avalia, monta a lista e acumula histórico. O administrador mantém o catálogo e as contas.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Tecnologias (1 min). Tudo o que o enunciado pede: Spring Boot 3, Spring Data JPA, Spring Security com JWT, PostgreSQL, Flyway e Lombok. Docker para o banco, React no frontend, e Swagger e Postman para documentar e testar a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Banco (1 min). As tabelas são criadas pelo Flyway, em migrations versionadas. Os relacionamentos 1:N e N:N pedidos no enunciado estão marcados no diagrama.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(1,5 min). Cada camada tem uma responsabilidade só: o controller recebe e valida, o service aplica a regra, o repository fala com o banco. Os DTOs protegem as entidades, e o GlobalExceptionHandler padroniza os erros.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(1,5 min). Login com AuthenticationManager e senha em BCrypt; o TokenConfig gera o JWT; o SecurityFilter valida o token a cada requisição. Dois papéis, e cada usuário só acessa os próprios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(1 min). O frontend em React consome só a API. Em seguida mostramos isso funcionando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 min). Seguir o roteiro na ordem. No passo 3, sair do player no meio do filme: ele aparece em "Continuar assistindo" com a barra de progresso. Plano B se algo falhar: a coleção do Postman em docs/TroiaFilmes.postman_collection.json.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Equipe (30 s). Cada integrante cuidou de pelo menos uma entidade, com o CRUD e as regras dela.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Troia</a:t>
            </a:r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Filmes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3063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de filmes · API REST com Spring Boot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Estefani Ricardo de Souza · Gabrielle Coral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Ingridy Morona Rosa · Kauam Sant’ana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Backend com Spring · Prof. Matheus Leandro Ferreira · UNESC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56248" y="1389888"/>
            <a:ext cx="5129784" cy="3226689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7" name="Image 0" descr="C:\Users\KauamPeregrina\OneDrive - transperegrina.com.br\Documentos\UnescFlix\docs\03-prototipo\04-cata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17320"/>
            <a:ext cx="5074920" cy="31718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TroiaFilmes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54533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conta, vários perfis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pessoa da casa tem o seu perfil, como na Netflix.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60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com busca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3063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por título, categoria e ano.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77647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Avaliações, Minha Lista e histórico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41788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perfil dá nota, salva filmes e continua de onde parou.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946904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946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89204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de administração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52943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ADMIN cuida de filmes, categorias, planos e contas.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73368" y="1572768"/>
            <a:ext cx="5312664" cy="3886820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21" name="Image 0" descr="C:\Users\KauamPeregrina\OneDrive - transperegrina.com.br\Documentos\UnescFlix\Arquivos\geradores\recortes\03-selecao-de-perf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57800" cy="3831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08760"/>
            <a:ext cx="3483864" cy="4709160"/>
          </a:xfrm>
          <a:prstGeom prst="roundRect">
            <a:avLst>
              <a:gd name="adj" fmla="val 21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 + Spring Boot 3.5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da API REST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JPA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6576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banco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+ JWT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5720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permissões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120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54864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código repetido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52544" y="1508760"/>
            <a:ext cx="3483864" cy="4709160"/>
          </a:xfrm>
          <a:prstGeom prst="roundRect">
            <a:avLst>
              <a:gd name="adj" fmla="val 21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173736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72584" y="2377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72584" y="27432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relacional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72584" y="32918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Flyway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72584" y="36576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versões do banco (V1 a V6)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72584" y="42062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672584" y="45720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o banco com um comando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56448" y="1508760"/>
            <a:ext cx="3483864" cy="4709160"/>
          </a:xfrm>
          <a:prstGeom prst="roundRect">
            <a:avLst>
              <a:gd name="adj" fmla="val 21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76488" y="173736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e testes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76488" y="2377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76488" y="27432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76488" y="32918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476488" y="36576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 e testa a API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76488" y="42062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476488" y="45720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coleção de requisições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5120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+ Mockito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76488" y="548640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testes automatizados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1208" y="1435608"/>
            <a:ext cx="6997716" cy="4946904"/>
          </a:xfrm>
          <a:prstGeom prst="rect">
            <a:avLst/>
          </a:prstGeom>
          <a:solidFill>
            <a:srgbClr val="F7F8FB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5" name="Image 0" descr="C:\Users\KauamPeregrina\OneDrive - transperegrina.com.br\Documentos\UnescFlix\docs\02-der\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2852" cy="4892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02972" y="1508760"/>
            <a:ext cx="3737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entidades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902972" y="1984248"/>
            <a:ext cx="37373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Usuário, Perfil, Filme, Categoria, Avaliação, Plano, Assinatura, Minha Lista e Histórico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2972" y="3108960"/>
            <a:ext cx="3737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902972" y="3584448"/>
            <a:ext cx="37373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usuário tem vários perfis; um filme recebe várias avaliações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02972" y="4709160"/>
            <a:ext cx="3737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N:N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02972" y="5184648"/>
            <a:ext cx="37373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Filme ↔ Categoria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↔ Filme (Minha Lista)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em camadas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Swagger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Postman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2011680"/>
            <a:ext cx="4297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852928" y="201168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201168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761488" y="3291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o HTTP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valida o DTO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27448" y="2011680"/>
            <a:ext cx="4297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157216" y="201168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201168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65776" y="3291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as regras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negócio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1736" y="2011680"/>
            <a:ext cx="4297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461504" y="201168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61504" y="201168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370064" y="3291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e grava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JPA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36024" y="2011680"/>
            <a:ext cx="4297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9765792" y="201168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65792" y="2011680"/>
            <a:ext cx="1874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674352" y="32918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versionado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pelo Flyway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617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entidade nunca sai na resposta da API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443484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4617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@NotBlank, @Email, @Size… nos dados de entrada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443484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4617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Tratamento de erros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2104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@ControllerAdvice responde todo erro no mesmo formato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com JWT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08760"/>
            <a:ext cx="3483864" cy="1828800"/>
          </a:xfrm>
          <a:prstGeom prst="roundRect">
            <a:avLst>
              <a:gd name="adj" fmla="val 40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2386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e senha vão para /api/auth/login. A senha é conferida com BCrypt.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1508760"/>
            <a:ext cx="3483864" cy="1828800"/>
          </a:xfrm>
          <a:prstGeom prst="roundRect">
            <a:avLst>
              <a:gd name="adj" fmla="val 40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6864" y="173736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21224" y="1755648"/>
            <a:ext cx="2386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26864" y="237744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API devolve um token JWT, que vale 1 hora e é renovado pelo refresh token.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56448" y="1508760"/>
            <a:ext cx="3483864" cy="1828800"/>
          </a:xfrm>
          <a:prstGeom prst="roundRect">
            <a:avLst>
              <a:gd name="adj" fmla="val 4000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173736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25128" y="1755648"/>
            <a:ext cx="2386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requisição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30768" y="237744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token vai no header Authorization. Um filtro valida e identifica o usuário.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5385816" cy="1325880"/>
          </a:xfrm>
          <a:prstGeom prst="roundRect">
            <a:avLst>
              <a:gd name="adj" fmla="val 5517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657600"/>
            <a:ext cx="146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286000" y="3657600"/>
            <a:ext cx="33741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 filmes, categorias e planos e administra as contas.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54496" y="3657600"/>
            <a:ext cx="5385816" cy="1325880"/>
          </a:xfrm>
          <a:prstGeom prst="roundRect">
            <a:avLst>
              <a:gd name="adj" fmla="val 5517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8816" y="3657600"/>
            <a:ext cx="146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991856" y="3657600"/>
            <a:ext cx="33741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catálogo e mexe só nos próprios perfis, lista e avaliações.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token, ou com token vencido ou adulterado: 401. Sem permissão: 403.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35124" y="1344168"/>
            <a:ext cx="3712464" cy="2340864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5" name="Image 0" descr="C:\Users\KauamPeregrina\OneDrive - transperegrina.com.br\Documentos\UnescFlix\docs\03-prototipo\04-cata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371600"/>
            <a:ext cx="36576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62556" y="3730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41364" y="1344168"/>
            <a:ext cx="3712464" cy="2340864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8" name="Image 1" descr="C:\Users\KauamPeregrina\OneDrive - transperegrina.com.br\Documentos\UnescFlix\Arquivos\geradores\recortes\07-detalhe-do-fil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796" y="1371600"/>
            <a:ext cx="365760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68796" y="3730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Detalhe e avaliação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135124" y="4087368"/>
            <a:ext cx="3712464" cy="2340864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11" name="Image 2" descr="C:\Users\KauamPeregrina\OneDrive - transperegrina.com.br\Documentos\UnescFlix\Arquivos\geradores\recortes\10-continuar-assistin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556" y="4114800"/>
            <a:ext cx="3657600" cy="2286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2556" y="64739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Continuar assistindo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41364" y="4087368"/>
            <a:ext cx="3712464" cy="2340864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14" name="Image 3" descr="C:\Users\KauamPeregrina\OneDrive - transperegrina.com.br\Documentos\UnescFlix\Arquivos\geradores\recortes\13-admin-film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796" y="4114800"/>
            <a:ext cx="3657600" cy="22860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68796" y="64739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(ADMIN)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08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com a conta de usuário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2585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perfil e navegar no catálogo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0083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Assistir um filme e sair no meio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758184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7581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e salvar na Minha Lista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507992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507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como ADMIN e cadastrar um filme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 API no Swagger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310628" y="1435608"/>
            <a:ext cx="3438144" cy="3836177"/>
          </a:xfrm>
          <a:prstGeom prst="rect">
            <a:avLst/>
          </a:prstGeom>
          <a:solidFill>
            <a:srgbClr val="2A2A35"/>
          </a:solidFill>
          <a:ln w="12700">
            <a:solidFill>
              <a:srgbClr val="2A2A35"/>
            </a:solidFill>
            <a:prstDash val="solid"/>
          </a:ln>
        </p:spPr>
      </p:sp>
      <p:pic>
        <p:nvPicPr>
          <p:cNvPr id="23" name="Image 0" descr="C:\Users\KauamPeregrina\OneDrive - transperegrina.com.br\Documentos\UnescFlix\Arquivos\geradores\recortes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8060" y="1463040"/>
            <a:ext cx="3383280" cy="378131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5381513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usuario@troiafilmes.com / User@123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admin@troiafilmes.com / Admin@123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78992"/>
            <a:ext cx="822960" cy="54864"/>
          </a:xfrm>
          <a:prstGeom prst="rect">
            <a:avLst/>
          </a:prstGeom>
          <a:solidFill>
            <a:srgbClr val="E50914"/>
          </a:solidFill>
          <a:ln w="12700">
            <a:solidFill>
              <a:srgbClr val="E5091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5385816" cy="960120"/>
          </a:xfrm>
          <a:prstGeom prst="roundRect">
            <a:avLst>
              <a:gd name="adj" fmla="val 7619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184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Kauam Sant’ana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 · Plano · Assinatura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54496" y="1463040"/>
            <a:ext cx="5385816" cy="960120"/>
          </a:xfrm>
          <a:prstGeom prst="roundRect">
            <a:avLst>
              <a:gd name="adj" fmla="val 7619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4536" y="16184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Estefani Ricardo de Souza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74536" y="2011680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Filme · Categoria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385816" cy="960120"/>
          </a:xfrm>
          <a:prstGeom prst="roundRect">
            <a:avLst>
              <a:gd name="adj" fmla="val 7619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7614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Gabrielle Coral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3154680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· Minha Lista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54496" y="2606040"/>
            <a:ext cx="5385816" cy="960120"/>
          </a:xfrm>
          <a:prstGeom prst="roundRect">
            <a:avLst>
              <a:gd name="adj" fmla="val 7619"/>
            </a:avLst>
          </a:prstGeom>
          <a:solidFill>
            <a:srgbClr val="17171F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4536" y="27614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Ingridy Morona Rosa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74536" y="3154680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· Histórico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39776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Troia</a:t>
            </a:r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Filmes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UNESC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TroiaFilmes - Trabalho 1 de Desenvolvimento Backend com Spring</dc:title>
  <dc:subject>Apresentação do Trabalho 1 - Desenvolvimento Backend com Spring</dc:subject>
  <dc:creator>Equipe TroiaFilmes</dc:creator>
  <cp:lastModifiedBy>Equipe TroiaFilmes</cp:lastModifiedBy>
  <cp:revision>1</cp:revision>
  <dcterms:created xsi:type="dcterms:W3CDTF">2026-10-22T16:07:43Z</dcterms:created>
  <dcterms:modified xsi:type="dcterms:W3CDTF">2026-10-22T16:07:43Z</dcterms:modified>
</cp:coreProperties>
</file>